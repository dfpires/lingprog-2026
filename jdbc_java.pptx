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73152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731520"/>
            <a:ext cx="6583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com Banco de Dados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365760" y="16002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– Java Database Connectivity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65760" y="2194560"/>
            <a:ext cx="5029200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2331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Programação com Java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4023360"/>
            <a:ext cx="201168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JDBC?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0" y="4023360"/>
            <a:ext cx="201168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6032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Banco de Dados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54880" y="4023360"/>
            <a:ext cx="201168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5488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Executando SQL em Java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949440" y="4023360"/>
            <a:ext cx="2011680" cy="6858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9440" y="402336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com SQLite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JDBC?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0058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005840"/>
            <a:ext cx="7132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significa Java Database Connectivity. É a API padrão do Java para se comunicar com bancos de dados relacionais.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20040" y="1920240"/>
            <a:ext cx="265176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5740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2057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45720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e gerencia a conexão com o banco de dados via URL, usuário e senha.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154680" y="1920240"/>
            <a:ext cx="265176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05740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931920" y="2057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Comandos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329184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comandos SQL (SELECT, INSERT, UPDATE, DELETE) para o banco.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989320" y="1920240"/>
            <a:ext cx="2651760" cy="25603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057400"/>
            <a:ext cx="502920" cy="5029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66560" y="205740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6126480" y="265176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e processa os dados retornados pelo banco de dados.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JDBC, você pode usar qualquer banco de dados (MySQL, PostgreSQL, SQLite, Oracle…) apenas trocando o driver!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JDBC Funciona?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 Programa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12848" y="1508760"/>
            <a:ext cx="237744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77440" y="1417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68880" y="1097280"/>
            <a:ext cx="182880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097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(java.sql)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5968" y="1508760"/>
            <a:ext cx="237744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417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828800" cy="10058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097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JDBC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(SQLite/MySQL…)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19088" y="1508760"/>
            <a:ext cx="237744" cy="3657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41732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097280"/>
            <a:ext cx="182880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75120" y="109728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acontece em cada etapa: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Seu código usa as interfaces da JDBC API (Connection, Statement, ResultSet…)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10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A JDBC API repassa as chamadas para o Driver correto (depende do banco escolhido)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378561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O Driver converte os comandos para o protocolo nativo do banco de dados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261104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O banco executa o SQL e devolve os resultados pelo mesmo caminho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Configurando o Ambiente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SQLite — um banco de dados simples que não precisa de servidor instalado!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SQLite?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9933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93852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instalar servidor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468880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414016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é um único arquivo (.db)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94436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1520" y="2889504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Perfeito para aprender e testar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419856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1520" y="336499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Suporta SQL padrão completo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572000" y="15087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para configurar: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0" y="1965960"/>
            <a:ext cx="4297680" cy="27432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709160" y="205740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Baixar o driver SQLite JDBC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sqlite-jdbc-x.x.x.jar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No projeto: Add JAR to Build Path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Importar no código: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java.sql.Connection;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java.sql.DriverManager;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java.sql.Statement;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java.sql.ResultSet;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ao Banco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4747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java.sql.*;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ConexaoBanco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</a:t>
            </a:r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(String[] args)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url = 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 (Connection con = DriverManager.</a:t>
            </a:r>
            <a:pPr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"Conectado!"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catch (Exception e)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</a:t>
            </a:r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"Erro: 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e.getMessage());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4590288"/>
            <a:ext cx="201168" cy="201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45537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URL "jdbc:sqlite:escola.db" cria o arquivo de banco de dados automaticamente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837176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bloco try-with-resources fecha a conexão automaticamente ao terminar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508406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0080" y="50474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trate a exceção — problemas de conexão são comuns!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Principais do JDBC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420624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44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java.sql.Connection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a conexão com o banco de dados. É como um "canal" aberto entre o Java e o BD.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2240280"/>
            <a:ext cx="3977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67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 con = DriverManager.getConnection(url);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00600" y="960120"/>
            <a:ext cx="420624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60120"/>
            <a:ext cx="42062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3441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java.sql.Statement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162763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comandos SQL simples. Use para criar tabelas e comandos sem parâmetros variáveis.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92040" y="2240280"/>
            <a:ext cx="3977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2677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 stmt = con.createStatement();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2990088"/>
            <a:ext cx="420624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990088"/>
            <a:ext cx="420624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990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374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java.sql.PreparedStatement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3657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SQL com parâmetros. Mais seguro (evita SQL Injection) e mais eficiente.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4270248"/>
            <a:ext cx="3977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 ps = con.prepareStatement("INSERT INTO...");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990088"/>
            <a:ext cx="4206240" cy="192024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990088"/>
            <a:ext cx="420624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99008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33741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java.sql.ResultSet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92040" y="3657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 os resultados de uma consulta SELECT. Funciona como um cursor sobre as linhas.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4270248"/>
            <a:ext cx="39776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42976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 rs = stmt.executeQuery("SELECT...");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Criando a Tabela com Java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exemplo: tabela de Alunos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0" y="914400"/>
            <a:ext cx="374904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914400"/>
            <a:ext cx="37490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20640" y="9144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Tabela: alunos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120640" y="1298448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29844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 PK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55448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0" y="155448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0" y="18105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181051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371600"/>
            <a:ext cx="44805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1481328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url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sql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TABLE IF NOT EXISTS "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"alunos ("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"id INTEGER PRIMARY KEY, "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 TEXT NOT NULL, "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 REAL);"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 = DriverManager.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Statement stmt = con.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createStatement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stmt.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"Tabela criada!"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0" y="2423160"/>
            <a:ext cx="3749040" cy="21488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66360" y="25146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Observações importantes: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66360" y="29260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TABLE IF NOT EXISTS evita erro caso a tabela já exista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66360" y="3310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INTEGER PRIMARY KEY no SQLite cria um ID auto-incrementado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66360" y="36941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é o tipo para números com casas decimais (como notas)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66360" y="40782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stmt.execute() é usado para comandos que não retornam dados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— Inserindo Dados (INSERT)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PreparedStatement: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65760" y="1325880"/>
            <a:ext cx="457200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417320"/>
            <a:ext cx="42976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inserirAluno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nome, double nota)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url = </a:t>
            </a:r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sql = "INSERT INTO alunos" 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"(nome, nota) VALUES (?,?)"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(Connection con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DriverManager.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PreparedStatement ps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(sql))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nome);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setDouble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nota);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212080" y="914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PreparedStatement?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212080" y="1371600"/>
            <a:ext cx="365760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49240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Parâmetros com 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49240" y="16642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? são substituídos pelos valores reais. O primeiro ? é índice 1, o segundo é 2, etc.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12080" y="2286000"/>
            <a:ext cx="365760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492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setString, setDouble…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349240" y="25786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método de acordo com o tipo da coluna no banco de dados.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12080" y="3200400"/>
            <a:ext cx="365760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3246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executeUpdate()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349240" y="34930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INSERT, UPDATE e DELETE. Retorna o número de linhas afetadas.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212080" y="4114800"/>
            <a:ext cx="3657600" cy="82296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Segurança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49240" y="440740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Impede ataques de SQL Injection — nunca concatene strings diretamente no SQL!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— Consultando Dados (SELECT)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7548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0584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listarAlunos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url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sql = "SELECT * FROM alunos"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(Connection con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DriverManager.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Statement stmt = con.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createStatement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ResultSet rs = stmt.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executeQuery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(sql)) {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(rs.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 id = rs.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("id");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nome = rs.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getString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("nome");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double nota = rs.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getDouble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("nota");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System.out.printf("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%d | %s | %.1f%n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",id,nome,nota);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Entendendo o ResultSet: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371600"/>
            <a:ext cx="3474720" cy="137160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1371600"/>
            <a:ext cx="3474720" cy="3200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 |  nome       | nota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394960" y="1709928"/>
            <a:ext cx="3474720" cy="310896"/>
          </a:xfrm>
          <a:prstGeom prst="rect">
            <a:avLst/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719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|  Ana        | 8.5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94960" y="2029968"/>
            <a:ext cx="34747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0391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  |  Bruno      | 7.2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94960" y="2350008"/>
            <a:ext cx="3474720" cy="310896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3591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  |  Carla      | 9.0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94960" y="28163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cursor aponta para a linha atual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394960" y="31546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rs.next() avança o cursor uma linha — retorna false quando acabam as linhas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94960" y="356616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getInt(), getString(), getDouble() recuperam o valor da coluna pelo nome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394960" y="39776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executeQuery() — use para SELECT (retorna ResultSet)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394960" y="43891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executeUpdate() — use para INSERT/UPDATE/DELETE (retorna linhas afetadas)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— Atualizando Dados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754880" cy="292608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05840"/>
            <a:ext cx="4480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atualizarNota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id, double novaNota)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url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sql = "UPDATE alunos "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"SET nota = ? "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"WHERE id = 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(Connection con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DriverManager.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PreparedStatement ps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setDouble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novaNota);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linhas = ps.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System.out.println(linhas + " linha(s) atualizada(s)");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39496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atenção: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394960" y="1371600"/>
            <a:ext cx="347472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852160" y="1417320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WHERE no UPDATE! Sem ele, TODOS os registros da tabela serão alterados.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394960" y="2395728"/>
            <a:ext cx="347472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487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2441448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dos parâmetros importa: o primeiro ? é index 1, o segundo ? é index 2.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394960" y="3419856"/>
            <a:ext cx="3474720" cy="91440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11296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52160" y="3465576"/>
            <a:ext cx="29260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executeUpdate() retorna o número de linhas afetadas — útil para confirmar se algo foi atualizado.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54864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usar: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548640" y="42519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atualizarNota(1, 9.5);  // Altera a nota do aluno com id=1 para 9.5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9728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— Removendo Dados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914400"/>
            <a:ext cx="4754880" cy="2651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1005840"/>
            <a:ext cx="448056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removerAluno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(int id)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url = </a:t>
            </a:r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"jdbc:sqlite:escola.db"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sql = "DELETE FROM alunos " +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"WHERE id = ?"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(Connection con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DriverManager.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getConnection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(url);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PreparedStatement ps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con.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prepareStatement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(sql))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id);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ps.</a:t>
            </a:r>
            <a:pPr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System.out.println("Aluno removido!");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37490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CUIDADO! DELETE sem WHERE apaga TODOS os registros da tabela!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051560" y="41148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alunos;          -- ⚠️ Apaga TUDO!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alunos WHERE id = 1;   -- ✅ Apaga apenas o aluno com id 1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práticas: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394960" y="1371600"/>
            <a:ext cx="347472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532120" y="1417320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Confirme o id com o usuário antes de deletar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394960" y="2084832"/>
            <a:ext cx="347472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532120" y="2130552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Considere usar uma flag 'ativo' ao invés de deletar (soft delete)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394960" y="2798064"/>
            <a:ext cx="3474720" cy="621792"/>
          </a:xfrm>
          <a:prstGeom prst="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532120" y="2843784"/>
            <a:ext cx="3246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Teste o WHERE com um SELECT antes de executar o DELETE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Completo — Juntando Tudo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3931920"/>
          </a:xfrm>
          <a:prstGeom prst="rect">
            <a:avLst/>
          </a:prstGeom>
          <a:solidFill>
            <a:srgbClr val="1E293B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39319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</a:t>
            </a:r>
            <a:pPr indent="0" marL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(String[] args)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Criar a tabela (só precisa rodar uma vez)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criarTabela();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Inserir alunos (CREATE)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inserirAluno("Ana", 8.5);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inserirAluno("Bruno", 7.2);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inserirAluno("Carla", 9.0);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Listar todos (READ)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System.out.println("--- Lista de Alunos ---");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listarAlunos();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4. Atualizar nota de Ana (UPDATE)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atualizarNota(1, 9.5);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5. Remover Bruno (DELETE)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removerAluno(2);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6. Listar após alterações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System.out.println("--- Após alterações ---");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listarAlunos();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663440" y="914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esperada no console: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4206240" cy="352044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25880"/>
            <a:ext cx="4206240" cy="274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335024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664208"/>
            <a:ext cx="40233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Lista de Alunos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Ana   | 8.5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| Bruno | 7.2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| Carla | 9.0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linha(s) atualizada(s)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 removido!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 Após alterações ---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| Ana   | 9.5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| Carla | 9.0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com JDBC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73152" cy="1874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09728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0698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feche a conexão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38912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try-with-resources para fechar Connection, Statement e ResultSet automaticamente. Evita "vazamento" de recursos.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46120" y="960120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46120" y="960120"/>
            <a:ext cx="73152" cy="1874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097280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40480" y="10698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PreparedStatement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410712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comandos com variáveis (nome, nota, id), sempre use PreparedStatement com ?. Nunca concatene strings no SQL.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960120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60120"/>
            <a:ext cx="73152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097280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0698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Trate as exceções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82512" y="1527048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SQLException é obrigatória. Trate-a para informar erros ao usuário e evitar que o programa quebre abruptamente.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74320" y="2953512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53512"/>
            <a:ext cx="73152" cy="18745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0906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é essencial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38912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comandos UPDATE e DELETE, sempre use WHERE. Sem ele, todos os registros são afetados — e não tem Ctrl+Z!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46120" y="2953512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46120" y="2953512"/>
            <a:ext cx="73152" cy="1874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30906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4048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NOT EXISTS no CREATE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410712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CREATE TABLE IF NOT EXISTS para não quebrar o programa caso a tabela já exista no banco de dados.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2953512"/>
            <a:ext cx="2834640" cy="1874520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17920" y="2953512"/>
            <a:ext cx="73152" cy="18745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309067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12280" y="30632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Reutilize a conexão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82512" y="3520440"/>
            <a:ext cx="2578608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sistemas maiores, não abra uma nova conexão para cada operação. Abra uma vez e passe como parâmetro (ou use pool).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0" y="82296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548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14600" y="131673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Java para se comunicar com bancos de dados relacionais via SQL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187452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514600" y="191109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o canal entre o Java e o banco de dados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246888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4688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Statement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514600" y="250545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SQL simples (CREATE TABLE, comandos sem variáveis)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6576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514600" y="309981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SQL com parâmetros — mais seguro e correto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" y="365760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65760" y="36576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514600" y="369417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pelas linhas retornadas pelo SELECT com rs.next()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65760" y="4251960"/>
            <a:ext cx="20116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65760" y="4251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CRUD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2514600" y="428853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(INSERT) · Read (SELECT) · Update (UPDATE) · Delete (DELETE)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passos: MySQL/PostgreSQL, tratamento de erros avançado, orientação a objetos + JDBC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com Banco de Dados – JDBC</dc:title>
  <dc:subject>PptxGenJS Presentation</dc:subject>
  <dc:creator>PptxGenJS</dc:creator>
  <cp:lastModifiedBy>PptxGenJS</cp:lastModifiedBy>
  <cp:revision>1</cp:revision>
  <dcterms:created xsi:type="dcterms:W3CDTF">2026-04-27T19:19:29Z</dcterms:created>
  <dcterms:modified xsi:type="dcterms:W3CDTF">2026-04-27T19:19:29Z</dcterms:modified>
</cp:coreProperties>
</file>